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OpenDeepHole — 基于 SKILL 的 C/C++ AI 深度代码审计工具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B0B0C0"/>
                </a:solidFill>
                <a:latin typeface="Microsoft YaHei"/>
              </a:rPr>
              <a:t>设计思路：确定性工具做召回，AI 做精度，反馈闭环做持续改进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49377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64E"/>
                </a:solidFill>
                <a:latin typeface="Microsoft YaHei"/>
              </a:rPr>
              <a:t>核心问题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传统静态分析：规则松了误报多，规则紧了漏报多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直接让 AI 找漏洞：缺乏系统性，误报率不可控，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无法从历史审查经验中学习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39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Microsoft YaHei"/>
              </a:rPr>
              <a:t>解决方案：两阶段流水线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阶段一  静态分析器筛选候选漏洞点 → 高召回率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阶段二  AI + SKILL 逐点深度语义审计 → 高精度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闭  环  用户反馈注入 SKILL → 越用越准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11247120" cy="2011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703320"/>
            <a:ext cx="2011680" cy="9144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/>
            <a:r>
              <a:rPr sz="1300" b="1">
                <a:solidFill>
                  <a:srgbClr val="4EA8F6"/>
                </a:solidFill>
                <a:latin typeface="Microsoft YaHei"/>
              </a:rPr>
              <a:t>源代码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C/C++ 项目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703320"/>
            <a:ext cx="2560320" cy="9144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F6A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/>
            <a:r>
              <a:rPr sz="1300" b="1">
                <a:solidFill>
                  <a:srgbClr val="F6A64E"/>
                </a:solidFill>
                <a:latin typeface="Microsoft YaHei"/>
              </a:rPr>
              <a:t>静态分析器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semgrep / tree-sitter / cppcheck
按漏洞类型选择最合适的工具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03320"/>
            <a:ext cx="1828800" cy="9144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B47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/>
            <a:r>
              <a:rPr sz="1300" b="1">
                <a:solidFill>
                  <a:srgbClr val="B47EF6"/>
                </a:solidFill>
                <a:latin typeface="Microsoft YaHei"/>
              </a:rPr>
              <a:t>候选点列表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高召回率筛选结果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703320"/>
            <a:ext cx="2926080" cy="91440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/>
            <a:r>
              <a:rPr sz="1300" b="1">
                <a:solidFill>
                  <a:srgbClr val="4EC9B0"/>
                </a:solidFill>
                <a:latin typeface="Microsoft YaHei"/>
              </a:rPr>
              <a:t>AI + SKILL 审计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结构化审查指引 + MCP 工具
+ 历史反馈经验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34640" y="3977639"/>
            <a:ext cx="320040" cy="27432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852160" y="3977639"/>
            <a:ext cx="320040" cy="27432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138160" y="3977639"/>
            <a:ext cx="320040" cy="27432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插件化架构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3474720" cy="6400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31089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checker.yaml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声明漏洞类型、类别、启用状态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5943600"/>
            <a:ext cx="3474720" cy="6400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6080760"/>
            <a:ext cx="31089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64E"/>
                </a:solidFill>
                <a:latin typeface="Microsoft YaHei"/>
              </a:rPr>
              <a:t>analyzer.py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静态分析器 — 提取候选漏洞点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943600"/>
            <a:ext cx="3474720" cy="6400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6080760"/>
            <a:ext cx="31089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Microsoft YaHei"/>
              </a:rPr>
              <a:t>SKILL.md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AI 审查指引 — 结构化的审查方法论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B0C0"/>
                </a:solidFill>
                <a:latin typeface="Microsoft YaHei"/>
              </a:rPr>
              <a:t>新增漏洞类型只需添加一个目录，无需修改已有代码，无需重启服务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Checker 设计 — 每种漏洞的专门化检测策略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不同漏洞选择不同的静态分析工具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7432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A64E"/>
                </a:solidFill>
                <a:latin typeface="Microsoft YaHei"/>
              </a:rPr>
              <a:t>semgrep 模式匹配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漏洞有明确的代码结构模式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bufoverflow  double_free  intoverflow
safe_mem_oob  inf_loop  mp_npd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005840"/>
            <a:ext cx="27432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051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Microsoft YaHei"/>
              </a:rPr>
              <a:t>tree-sitter AST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需要理解函数体结构和控制流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npd  memleak  sensitive_clear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27432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051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7EF6"/>
                </a:solidFill>
                <a:latin typeface="Microsoft YaHei"/>
              </a:rPr>
              <a:t>cppcheck 数据流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需要跨语句的数据流追踪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resleak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005840"/>
            <a:ext cx="27432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051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6E6E"/>
                </a:solidFill>
                <a:latin typeface="Microsoft YaHei"/>
              </a:rPr>
              <a:t>无静态分析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模式太多样，难以用规则穷举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oob（六场景全交 AI 扫描）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各 Checker 设计亮点 — 精准锁定漏洞模式，而非泛泛扫描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2491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bufoverflow  结构体强转越界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精准匹配「结构体强转 + 长度校验缺失」
——网络协议解析中缓冲区溢出的经典成因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65176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72491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intoverflow  整数溢出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要求「溢出 + 到达危险消费点」同时成立
排除大量无害溢出的噪声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65176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72491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npd  空指针解引用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正则过滤已有 null-guard 的变量
只把未保护的解引用交给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5935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memleak  内存泄漏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专注错误分支遗漏释放——最常见的泄漏模式
而非试图做全路径分析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8620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95935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double_free  双重释放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7 类模板系统化分类（goto cleanup / 浅拷贝
析构 / 智能指针双包装 / 所有权转移...）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8620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95935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mp_npd  多层指针空指针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针对 ctx-&gt;session-&gt;buf 深层指针链
普通 NPD 工具忽略的中间层未检查问题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937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safe_mem_oob  安全函数越界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检测 memcpy_s / snprintf 等「看似安全」
函数的 size 参数与缓冲区几何关系不匹配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512064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1937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mp_resource_leak  多层指针资源泄漏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覆盖深层所有权链——ctx owns session
owns buf 的级联释放遗漏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5120640"/>
            <a:ext cx="3657600" cy="10972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51937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6E6E"/>
                </a:solidFill>
                <a:latin typeface="Microsoft YaHei"/>
              </a:rPr>
              <a:t>sensitive_clear  敏感信息未清零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静态工具无法判断变量是否「敏感」
完全交给 AI 做语义判断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SKILL 设计与误报消除闭环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SKILL — 结构化的 AI 审查方法论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11430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Microsoft YaHei"/>
              </a:rPr>
              <a:t>反向验证思维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大量篇幅教 AI 识别「隐藏的保护机制」——
宏里的 NULL 检查、构造函数保证的不变量、
所有权转移语义、RAII 托管。控制误报的关键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39"/>
            <a:ext cx="5303520" cy="11430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50591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A64E"/>
                </a:solidFill>
                <a:latin typeface="Microsoft YaHei"/>
              </a:rPr>
              <a:t>分类验证清单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每种漏洞分解为多个子规则，每条规则给出
明确的验证步骤和判断标准。确保系统性覆盖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303520" cy="11430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30752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7EF6"/>
                </a:solidFill>
                <a:latin typeface="Microsoft YaHei"/>
              </a:rPr>
              <a:t>严重性分级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按输入可控性和触发条件分级——外部输入
可控 = high，特定状态 = medium，极端边界 = 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59"/>
            <a:ext cx="5303520" cy="11430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10912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A8F6"/>
                </a:solidFill>
                <a:latin typeface="Microsoft YaHei"/>
              </a:rPr>
              <a:t>MCP 工具集成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AI 可调用 read_file、find_function、
find_function_references 等工具主动追踪
调用链和跨文件上下文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731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误报消除 — 让系统从审查经验中学习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486400" cy="914400"/>
          </a:xfrm>
          <a:prstGeom prst="roundRect">
            <a:avLst/>
          </a:prstGeom>
          <a:solidFill>
            <a:srgbClr val="35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344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6E6E"/>
                </a:solidFill>
                <a:latin typeface="Microsoft YaHei"/>
              </a:rPr>
              <a:t>传统工具的局限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suppress / whitelist 按行号或规则名抑制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仅对同一位置生效，相似代码换个位置还会重复报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不记录「为什么是误报」，无法泛化到新代码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486400" cy="27432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Microsoft YaHei"/>
              </a:rPr>
              <a:t>OpenDeepHole 的反馈闭环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2651760"/>
            <a:ext cx="256032" cy="256032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060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8F6"/>
                </a:solidFill>
                <a:latin typeface="Microsoft YaHei"/>
              </a:rPr>
              <a:t>用户审查结果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标记 confirmed / false_positive + 原因说明
同时快照函数源码作为上下文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200400"/>
            <a:ext cx="256032" cy="256032"/>
          </a:xfrm>
          <a:prstGeom prst="ellipse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54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反馈注入 SKILL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下次扫描时，选择的反馈合并到 SKILL 的
「历史用户经验」章节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749039"/>
            <a:ext cx="256032" cy="256032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03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AI 参考先例判断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AI 看到的是「这类代码模式为什么不是漏洞」
而非行号级抑制——能泛化到新的相似代码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4297680"/>
            <a:ext cx="256032" cy="256032"/>
          </a:xfrm>
          <a:prstGeom prst="ellipse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51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7EF6"/>
                </a:solidFill>
                <a:latin typeface="Microsoft YaHei"/>
              </a:rPr>
              <a:t>二次 FP Review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使用独立复核 SKILL 重新审查已确认漏洞
相当于 AI 做「同行评审」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120640"/>
            <a:ext cx="5486400" cy="1097280"/>
          </a:xfrm>
          <a:prstGeom prst="roundRect">
            <a:avLst/>
          </a:prstGeom>
          <a:solidFill>
            <a:srgbClr val="20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51206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Microsoft YaHei"/>
              </a:rPr>
              <a:t>设计有效的原因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语义级先例 vs 行号级抑制：用户标记的经验以代码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示例形式注入 AI，AI 能理解「为什么这类模式不是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漏洞」并泛化到新位置的相似代码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E0E0EE"/>
                </a:solidFill>
                <a:latin typeface="Microsoft YaHei"/>
              </a:rPr>
              <a:t>反馈可选择性注入，避免不相关先例干扰判断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设计总结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EA8F6"/>
                </a:solidFill>
                <a:latin typeface="Microsoft YaHei"/>
              </a:rPr>
              <a:t>核心设计哲学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1005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54864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6A64E"/>
                </a:solidFill>
                <a:latin typeface="Microsoft YaHei"/>
              </a:rPr>
              <a:t>确定性工具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E0E0EE"/>
                </a:solidFill>
                <a:latin typeface="Microsoft YaHei"/>
              </a:rPr>
              <a:t>负责系统性 &amp; 召回率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「不漏掉」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1005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54864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984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EC9B0"/>
                </a:solidFill>
                <a:latin typeface="Microsoft YaHei"/>
              </a:rPr>
              <a:t>AI + SKILL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E0E0EE"/>
                </a:solidFill>
                <a:latin typeface="Microsoft YaHei"/>
              </a:rPr>
              <a:t>负责语义理解 &amp; 精度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「不误报」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10058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566160" cy="54864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984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47EF6"/>
                </a:solidFill>
                <a:latin typeface="Microsoft YaHei"/>
              </a:rPr>
              <a:t>反馈闭环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E0E0EE"/>
                </a:solidFill>
                <a:latin typeface="Microsoft YaHei"/>
              </a:rPr>
              <a:t>负责持续学习 &amp; 改进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「越用越准」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EA8F6"/>
                </a:solidFill>
                <a:latin typeface="Microsoft YaHei"/>
              </a:rPr>
              <a:t>为什么这个设计有效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5577840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4378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A64E"/>
                </a:solidFill>
                <a:latin typeface="Microsoft YaHei"/>
              </a:rPr>
              <a:t>两阶段流水线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静态工具和 AI 各做擅长的事——规则做筛选，AI 做判断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577840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84378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Microsoft YaHei"/>
              </a:rPr>
              <a:t>漏洞类型专门化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每种漏洞有独立的检测规则和审查方法论，不存在「一套规则打天下」的精度损失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5577840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2958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7EF6"/>
                </a:solidFill>
                <a:latin typeface="Microsoft YaHei"/>
              </a:rPr>
              <a:t>静态分析工具按需选型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semgrep 做模式匹配、tree-sitter 做结构提取、cppcheck 做数据流——用对工具而非强求统一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5577840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52958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A8F6"/>
                </a:solidFill>
                <a:latin typeface="Microsoft YaHei"/>
              </a:rPr>
              <a:t>SKILL 的反向验证设计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教 AI 先找「不是漏洞的证据」再下结论，从根本上降低误报率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5577840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15383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Microsoft YaHei"/>
              </a:rPr>
              <a:t>语义级反馈闭环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用户经验以代码先例的形式注入 AI，能泛化到相似但不同位置的代码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60520"/>
            <a:ext cx="5577840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215383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A64E"/>
                </a:solidFill>
                <a:latin typeface="Microsoft YaHei"/>
              </a:rPr>
              <a:t>插件化架构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新增漏洞类型只需添加目录，检测能力可持续扩展，无需修改已有代码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EA8F6"/>
                </a:solidFill>
                <a:latin typeface="Microsoft YaHei"/>
              </a:rPr>
              <a:t>当前支持的漏洞类型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03520"/>
            <a:ext cx="2743200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303520"/>
            <a:ext cx="2743200" cy="45720"/>
          </a:xfrm>
          <a:prstGeom prst="roundRect">
            <a:avLst/>
          </a:prstGeom>
          <a:solidFill>
            <a:srgbClr val="F6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94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66E6E"/>
                </a:solidFill>
                <a:latin typeface="Microsoft YaHei"/>
              </a:rPr>
              <a:t>越界访问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bufoverflow  safe_mem_oob  intoverflow  loop_mut_idx_oob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5303520"/>
            <a:ext cx="2743200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37560" y="5303520"/>
            <a:ext cx="2743200" cy="45720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394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6A64E"/>
                </a:solidFill>
                <a:latin typeface="Microsoft YaHei"/>
              </a:rPr>
              <a:t>非法内存使用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npd  mp_npd  double_free  sensitive_clear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303520"/>
            <a:ext cx="2743200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5303520"/>
            <a:ext cx="2743200" cy="4572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394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EC9B0"/>
                </a:solidFill>
                <a:latin typeface="Microsoft YaHei"/>
              </a:rPr>
              <a:t>资源泄漏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memleak  mp_resource_leak  resleak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5303520"/>
            <a:ext cx="2743200" cy="9144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98280" y="5303520"/>
            <a:ext cx="2743200" cy="45720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5394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7EF6"/>
                </a:solidFill>
                <a:latin typeface="Microsoft YaHei"/>
              </a:rPr>
              <a:t>控制流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inf_loop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